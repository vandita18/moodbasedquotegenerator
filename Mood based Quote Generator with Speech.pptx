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lexandria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9554" y="2026136"/>
            <a:ext cx="14590975" cy="282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8"/>
              </a:lnSpc>
            </a:pPr>
            <a:r>
              <a:rPr lang="en-US" b="true" sz="810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MOOD BASED QUOTE GENERATOR WITH SPEECH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2982" y="6764626"/>
            <a:ext cx="10162036" cy="77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6"/>
              </a:lnSpc>
              <a:spcBef>
                <a:spcPct val="0"/>
              </a:spcBef>
            </a:pPr>
            <a:r>
              <a:rPr lang="en-US" sz="456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By Vandita Tripathi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91195" y="5510684"/>
            <a:ext cx="7215967" cy="123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082" indent="-259041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Us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er can</a:t>
            </a:r>
            <a:r>
              <a:rPr lang="en-US" b="true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select a mood 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to filter quotes: Inspirational, Funny, Life, Lov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, T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ec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hn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gy, Happy, Sad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45049" y="568538"/>
            <a:ext cx="9205169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KEY FEATURES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30588" y="503678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616394" y="961239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333288" y="881372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1514" y="4018042"/>
            <a:ext cx="6413423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Web application built with </a:t>
            </a:r>
            <a:r>
              <a:rPr lang="en-US" b="true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HTML, CSS, and JavaScript 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with responsive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514" y="7003335"/>
            <a:ext cx="6664852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Su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pports reading the quot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aloud using</a:t>
            </a:r>
            <a:r>
              <a:rPr lang="en-US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2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Speech Synthesis API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632895" y="2728082"/>
            <a:ext cx="6880473" cy="5357273"/>
          </a:xfrm>
          <a:custGeom>
            <a:avLst/>
            <a:gdLst/>
            <a:ahLst/>
            <a:cxnLst/>
            <a:rect r="r" b="b" t="t" l="l"/>
            <a:pathLst>
              <a:path h="5357273" w="6880473">
                <a:moveTo>
                  <a:pt x="0" y="0"/>
                </a:moveTo>
                <a:lnTo>
                  <a:pt x="6880473" y="0"/>
                </a:lnTo>
                <a:lnTo>
                  <a:pt x="6880473" y="5357272"/>
                </a:lnTo>
                <a:lnTo>
                  <a:pt x="0" y="53572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40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167950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187408" y="9827795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857513" y="1925662"/>
            <a:ext cx="4572974" cy="7332638"/>
          </a:xfrm>
          <a:custGeom>
            <a:avLst/>
            <a:gdLst/>
            <a:ahLst/>
            <a:cxnLst/>
            <a:rect r="r" b="b" t="t" l="l"/>
            <a:pathLst>
              <a:path h="7332638" w="4572974">
                <a:moveTo>
                  <a:pt x="0" y="0"/>
                </a:moveTo>
                <a:lnTo>
                  <a:pt x="4572974" y="0"/>
                </a:lnTo>
                <a:lnTo>
                  <a:pt x="4572974" y="7332638"/>
                </a:lnTo>
                <a:lnTo>
                  <a:pt x="0" y="733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73" t="-2565" r="-919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310548"/>
            <a:ext cx="9205169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WIREFRAME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1827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716156" y="2588537"/>
            <a:ext cx="5698741" cy="6077858"/>
          </a:xfrm>
          <a:custGeom>
            <a:avLst/>
            <a:gdLst/>
            <a:ahLst/>
            <a:cxnLst/>
            <a:rect r="r" b="b" t="t" l="l"/>
            <a:pathLst>
              <a:path h="6077858" w="5698741">
                <a:moveTo>
                  <a:pt x="0" y="0"/>
                </a:moveTo>
                <a:lnTo>
                  <a:pt x="5698740" y="0"/>
                </a:lnTo>
                <a:lnTo>
                  <a:pt x="5698740" y="6077858"/>
                </a:lnTo>
                <a:lnTo>
                  <a:pt x="0" y="60778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44" r="0" b="-6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958399"/>
            <a:ext cx="9205169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HTML 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9397" y="3124006"/>
            <a:ext cx="7322486" cy="494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&lt;!DOCTYPE html&gt; and basic HTML structure</a:t>
            </a:r>
          </a:p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select dropdown to choose mood</a:t>
            </a:r>
          </a:p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div container for displaying quote &amp; author</a:t>
            </a:r>
          </a:p>
          <a:p>
            <a:pPr algn="l" marL="675164" indent="-337582" lvl="1">
              <a:lnSpc>
                <a:spcPts val="4378"/>
              </a:lnSpc>
              <a:spcBef>
                <a:spcPct val="0"/>
              </a:spcBef>
              <a:buFont typeface="Arial"/>
              <a:buChar char="•"/>
            </a:pP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Buttons: </a:t>
            </a: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Get Quote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&amp; </a:t>
            </a: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Read Quote</a:t>
            </a:r>
          </a:p>
          <a:p>
            <a:pPr algn="l">
              <a:lnSpc>
                <a:spcPts val="437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23033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978445" y="2518332"/>
            <a:ext cx="8430993" cy="5880618"/>
          </a:xfrm>
          <a:custGeom>
            <a:avLst/>
            <a:gdLst/>
            <a:ahLst/>
            <a:cxnLst/>
            <a:rect r="r" b="b" t="t" l="l"/>
            <a:pathLst>
              <a:path h="5880618" w="8430993">
                <a:moveTo>
                  <a:pt x="0" y="0"/>
                </a:moveTo>
                <a:lnTo>
                  <a:pt x="8430993" y="0"/>
                </a:lnTo>
                <a:lnTo>
                  <a:pt x="8430993" y="5880617"/>
                </a:lnTo>
                <a:lnTo>
                  <a:pt x="0" y="5880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41415" y="690526"/>
            <a:ext cx="9205169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CSS STYLING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1273" y="3078986"/>
            <a:ext cx="7322486" cy="439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Modern glassmorphism style for container</a:t>
            </a:r>
          </a:p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Gradi</a:t>
            </a: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ent backgrounds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based on selected mood</a:t>
            </a:r>
          </a:p>
          <a:p>
            <a:pPr algn="l" marL="675164" indent="-337582" lvl="1">
              <a:lnSpc>
                <a:spcPts val="4378"/>
              </a:lnSpc>
              <a:buFont typeface="Arial"/>
              <a:buChar char="•"/>
            </a:pP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Smooth</a:t>
            </a: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transitions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for background and container</a:t>
            </a:r>
          </a:p>
          <a:p>
            <a:pPr algn="l" marL="675164" indent="-337582" lvl="1">
              <a:lnSpc>
                <a:spcPts val="43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Resp</a:t>
            </a:r>
            <a:r>
              <a:rPr lang="en-US" b="true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onsive 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 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layo</a:t>
            </a:r>
            <a:r>
              <a:rPr lang="en-US" sz="312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ut</a:t>
            </a:r>
          </a:p>
          <a:p>
            <a:pPr algn="l">
              <a:lnSpc>
                <a:spcPts val="437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23033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865486" y="3249252"/>
            <a:ext cx="10976228" cy="5856076"/>
          </a:xfrm>
          <a:custGeom>
            <a:avLst/>
            <a:gdLst/>
            <a:ahLst/>
            <a:cxnLst/>
            <a:rect r="r" b="b" t="t" l="l"/>
            <a:pathLst>
              <a:path h="5856076" w="10976228">
                <a:moveTo>
                  <a:pt x="0" y="0"/>
                </a:moveTo>
                <a:lnTo>
                  <a:pt x="10976228" y="0"/>
                </a:lnTo>
                <a:lnTo>
                  <a:pt x="10976228" y="5856076"/>
                </a:lnTo>
                <a:lnTo>
                  <a:pt x="0" y="5856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88125" y="391894"/>
            <a:ext cx="12564444" cy="234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01"/>
              </a:lnSpc>
            </a:pPr>
            <a:r>
              <a:rPr lang="en-US" b="true" sz="67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JAVA</a:t>
            </a:r>
            <a:r>
              <a:rPr lang="en-US" b="true" sz="67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SCRIPT – FETCH QUOTES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998992"/>
            <a:ext cx="6255628" cy="373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000" indent="-325500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ses </a:t>
            </a: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Quotable API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4221"/>
              </a:lnSpc>
            </a:pP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for random quotes</a:t>
            </a:r>
          </a:p>
          <a:p>
            <a:pPr algn="l" marL="651000" indent="-325500" lvl="1">
              <a:lnSpc>
                <a:spcPts val="4221"/>
              </a:lnSpc>
              <a:buFont typeface="Arial"/>
              <a:buChar char="•"/>
            </a:pP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Quotes f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by </a:t>
            </a:r>
          </a:p>
          <a:p>
            <a:pPr algn="l">
              <a:lnSpc>
                <a:spcPts val="4361"/>
              </a:lnSpc>
            </a:pPr>
            <a:r>
              <a:rPr lang="en-US" sz="31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        </a:t>
            </a:r>
            <a:r>
              <a:rPr lang="en-US" sz="3115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selected mood</a:t>
            </a:r>
          </a:p>
          <a:p>
            <a:pPr algn="l" marL="651000" indent="-325500" lvl="1">
              <a:lnSpc>
                <a:spcPts val="4221"/>
              </a:lnSpc>
              <a:buFont typeface="Arial"/>
              <a:buChar char="•"/>
            </a:pP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A</a:t>
            </a: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sync/await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or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API c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al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l</a:t>
            </a:r>
          </a:p>
          <a:p>
            <a:pPr algn="l" marL="651000" indent="-325500" lvl="1">
              <a:lnSpc>
                <a:spcPts val="42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Exceptions </a:t>
            </a:r>
            <a:r>
              <a:rPr lang="en-US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handling </a:t>
            </a:r>
          </a:p>
          <a:p>
            <a:pPr algn="l">
              <a:lnSpc>
                <a:spcPts val="422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23033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192477" y="5442559"/>
            <a:ext cx="11903045" cy="3662768"/>
          </a:xfrm>
          <a:custGeom>
            <a:avLst/>
            <a:gdLst/>
            <a:ahLst/>
            <a:cxnLst/>
            <a:rect r="r" b="b" t="t" l="l"/>
            <a:pathLst>
              <a:path h="3662768" w="11903045">
                <a:moveTo>
                  <a:pt x="0" y="0"/>
                </a:moveTo>
                <a:lnTo>
                  <a:pt x="11903046" y="0"/>
                </a:lnTo>
                <a:lnTo>
                  <a:pt x="11903046" y="3662769"/>
                </a:lnTo>
                <a:lnTo>
                  <a:pt x="0" y="3662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854" r="0" b="-285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07580" y="473647"/>
            <a:ext cx="12744331" cy="248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8"/>
              </a:lnSpc>
            </a:pPr>
            <a:r>
              <a:rPr lang="en-US" b="true" sz="71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JAVA</a:t>
            </a:r>
            <a:r>
              <a:rPr lang="en-US" b="true" sz="71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SCRIPT – READ QUOTE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5466" y="3256688"/>
            <a:ext cx="7617068" cy="260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2158" indent="-396079" lvl="1">
              <a:lnSpc>
                <a:spcPts val="5136"/>
              </a:lnSpc>
              <a:buFont typeface="Arial"/>
              <a:buChar char="•"/>
            </a:pP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se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Speech</a:t>
            </a:r>
            <a:r>
              <a:rPr lang="en-US" b="true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Synthe</a:t>
            </a:r>
            <a:r>
              <a:rPr lang="en-US" b="true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sis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API</a:t>
            </a:r>
          </a:p>
          <a:p>
            <a:pPr algn="l" marL="792158" indent="-396079" lvl="1">
              <a:lnSpc>
                <a:spcPts val="5136"/>
              </a:lnSpc>
              <a:spcBef>
                <a:spcPct val="0"/>
              </a:spcBef>
              <a:buFont typeface="Arial"/>
              <a:buChar char="•"/>
            </a:pP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Reads curr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qu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ote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 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66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uthor</a:t>
            </a:r>
          </a:p>
          <a:p>
            <a:pPr algn="l">
              <a:lnSpc>
                <a:spcPts val="542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23033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833143" y="2895705"/>
            <a:ext cx="9652688" cy="5629445"/>
          </a:xfrm>
          <a:custGeom>
            <a:avLst/>
            <a:gdLst/>
            <a:ahLst/>
            <a:cxnLst/>
            <a:rect r="r" b="b" t="t" l="l"/>
            <a:pathLst>
              <a:path h="5629445" w="9652688">
                <a:moveTo>
                  <a:pt x="0" y="0"/>
                </a:moveTo>
                <a:lnTo>
                  <a:pt x="9652687" y="0"/>
                </a:lnTo>
                <a:lnTo>
                  <a:pt x="9652687" y="5629446"/>
                </a:lnTo>
                <a:lnTo>
                  <a:pt x="0" y="5629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51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7119" y="325668"/>
            <a:ext cx="13617137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EV</a:t>
            </a: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ENT LISTENERS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8242" y="3082920"/>
            <a:ext cx="6934900" cy="470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       </a:t>
            </a:r>
            <a:r>
              <a:rPr lang="en-US" sz="3342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 U</a:t>
            </a:r>
            <a:r>
              <a:rPr lang="en-US" sz="3342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ser Interaction</a:t>
            </a:r>
          </a:p>
          <a:p>
            <a:pPr algn="l" marL="721690" indent="-360845" lvl="1">
              <a:lnSpc>
                <a:spcPts val="4679"/>
              </a:lnSpc>
              <a:buFont typeface="Arial"/>
              <a:buChar char="•"/>
            </a:pP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Button click to 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fetch a </a:t>
            </a:r>
            <a:r>
              <a:rPr lang="en-US" b="true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new quote</a:t>
            </a:r>
          </a:p>
          <a:p>
            <a:pPr algn="l" marL="721690" indent="-360845" lvl="1">
              <a:lnSpc>
                <a:spcPts val="4679"/>
              </a:lnSpc>
              <a:buFont typeface="Arial"/>
              <a:buChar char="•"/>
            </a:pP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utton cl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ick 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to </a:t>
            </a:r>
            <a:r>
              <a:rPr lang="en-US" b="true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read quote aloud</a:t>
            </a:r>
          </a:p>
          <a:p>
            <a:pPr algn="l" marL="721690" indent="-360845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Mood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select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rigge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rs</a:t>
            </a:r>
            <a:r>
              <a:rPr lang="en-US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b="true" sz="334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background change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823033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821514" y="570166"/>
            <a:ext cx="13617137" cy="127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8"/>
              </a:lnSpc>
            </a:pPr>
            <a:r>
              <a:rPr lang="en-US" b="true" sz="747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7472" y="2289860"/>
            <a:ext cx="13107686" cy="562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0"/>
              </a:lnSpc>
            </a:pPr>
            <a:r>
              <a:rPr lang="en-US" sz="3550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                   Conclusion &amp; L</a:t>
            </a:r>
            <a:r>
              <a:rPr lang="en-US" sz="3550" b="true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earnings</a:t>
            </a:r>
          </a:p>
          <a:p>
            <a:pPr algn="l" marL="766514" indent="-383257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Simple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yet i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nteracti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ve web applicati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on</a:t>
            </a:r>
          </a:p>
          <a:p>
            <a:pPr algn="l" marL="766514" indent="-383257" lvl="1">
              <a:lnSpc>
                <a:spcPts val="4970"/>
              </a:lnSpc>
              <a:buFont typeface="Arial"/>
              <a:buChar char="•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Hands-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on experience with:</a:t>
            </a:r>
          </a:p>
          <a:p>
            <a:pPr algn="l" marL="1533027" indent="-511009" lvl="2">
              <a:lnSpc>
                <a:spcPts val="4970"/>
              </a:lnSpc>
              <a:buFont typeface="Arial"/>
              <a:buChar char="⚬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HTML, CSS, JS</a:t>
            </a:r>
          </a:p>
          <a:p>
            <a:pPr algn="l" marL="1533027" indent="-511009" lvl="2">
              <a:lnSpc>
                <a:spcPts val="4970"/>
              </a:lnSpc>
              <a:buFont typeface="Arial"/>
              <a:buChar char="⚬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F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etch API</a:t>
            </a:r>
          </a:p>
          <a:p>
            <a:pPr algn="l" marL="1533027" indent="-511009" lvl="2">
              <a:lnSpc>
                <a:spcPts val="4970"/>
              </a:lnSpc>
              <a:buFont typeface="Arial"/>
              <a:buChar char="⚬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Speech Sy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sis</a:t>
            </a:r>
          </a:p>
          <a:p>
            <a:pPr algn="l" marL="1533027" indent="-511009" lvl="2">
              <a:lnSpc>
                <a:spcPts val="4970"/>
              </a:lnSpc>
              <a:buFont typeface="Arial"/>
              <a:buChar char="⚬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Dynamic styl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ing wi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th JS</a:t>
            </a:r>
          </a:p>
          <a:p>
            <a:pPr algn="l" marL="766514" indent="-383257" lvl="1">
              <a:lnSpc>
                <a:spcPts val="4970"/>
              </a:lnSpc>
              <a:spcBef>
                <a:spcPct val="0"/>
              </a:spcBef>
              <a:buFont typeface="Arial"/>
              <a:buChar char="•"/>
            </a:pP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Can be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extende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d 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with m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e 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mo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od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 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or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cu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stom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 s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tyl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55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"/>
                <a:ea typeface="Garet"/>
                <a:cs typeface="Garet"/>
                <a:sym typeface="Garet"/>
              </a:rPr>
              <a:t>ng</a:t>
            </a:r>
          </a:p>
          <a:p>
            <a:pPr algn="l">
              <a:lnSpc>
                <a:spcPts val="497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51369"/>
            <a:ext cx="12951349" cy="1892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7"/>
              </a:lnSpc>
            </a:pPr>
            <a:r>
              <a:rPr lang="en-US" b="true" sz="1100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DAG6KnsstO8</dc:identifier>
  <dcterms:modified xsi:type="dcterms:W3CDTF">2011-08-01T06:04:30Z</dcterms:modified>
  <cp:revision>1</cp:revision>
  <dc:title>Blue Modern Futuristic Presentation</dc:title>
</cp:coreProperties>
</file>